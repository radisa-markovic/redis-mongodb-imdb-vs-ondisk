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AFB33-2376-1892-9A6E-ABCF83798A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7F43C-C62E-A064-21F1-62D9A8A286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35A7C-477A-DB80-CD0F-72C7C0FC8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AFA3F-FF33-740B-B841-AAB5D74E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1DFA7-3BC8-499A-C18F-8430BF6A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09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DD036-6712-E526-3B9E-284E3DF3A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3BA85-BDCF-264A-8334-3EB84C95C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5E014-6F5F-5E23-D629-69E08D3C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7FF8E-641C-0962-329E-BE176C1E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AD9AF-1959-6D94-2240-8360B819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92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A23-5DCE-35BB-E15A-D605D529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EFE55-501D-5B7A-0E16-016A2EA58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57F43-2FD8-35C6-ED4B-AC6399FE1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ACF4F7-1095-02AC-9686-F028E1E20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29693-17A2-3A64-9741-81C7FBDD6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294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5FBAB-CF21-AFF3-110B-B0DC401CD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754E-2E5F-95B3-F5F2-9FB2BCE1C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35C611-74FF-EA76-3E57-457619B44C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41159-4E7B-7693-6789-7A277ADF0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66800-DFFF-3FE9-19DE-D0867F714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8CA3C-00FC-8B52-354A-4A6FC512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04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2B6FC-A7B7-8624-BEF2-B578B012E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C8246-3D1B-86C3-F4BD-1D681B750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7BFBB-D65D-5EF7-49D3-B1065FDCF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57C1A4-1211-EA1A-A149-E7F660870D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37B8C-D788-2707-2A7E-F494D0C5CD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F9941-8CF7-358F-CCB8-2CE716913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E8D0B2-43FB-22F9-5723-3FDE8B0C1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E1C682-129D-94C4-D7EB-B3C77F6AD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345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FC51-6705-BC46-F05F-770346FCF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7B2CD5-86E8-2591-49BF-2CCE99F83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DCC512-87EB-001B-55CD-C7920F52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83D676-29F1-CDC9-3406-AFD5EFB76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464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58EA4-184F-EF04-30D4-1AFCDDB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763044-8040-A762-4690-8A1C1C461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19561-A15A-68D9-6F19-244094DA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071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0D22E-FFCB-562F-01F8-4872C99BF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B0B94-2622-C56C-F963-DCFF2EFB4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D068D5-74C8-687F-D6A4-55FE401EA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5BD91-1502-72A2-F0AE-2F5B92636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9D34B-FC38-B8C4-63B5-EE601F31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202EF2-6B63-CED7-C918-5168E631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24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6582E-8E8C-91E2-42F0-BC45535A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6AC4CC-D551-FFA1-929B-D8CC8992EB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49D5F-F39D-DD48-8956-F099108A8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19959-17E5-403B-BAF1-5255DBE08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0C723-7088-BDFB-A3BD-FABF2BE1E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AF2D02-52A3-F08B-C08C-F3817B96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92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C074C-D8CC-000C-3B29-561189AB6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764040-56B6-4079-BF35-5E3697153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25BF2-E492-E4FC-C5E0-19B2EAE1A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8A1A1-7A26-AB3C-4E5F-FEFF5E507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30DFA-3999-E2F6-5592-FBC2620E3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789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4F769-73E5-3DBA-9FEB-97716F2D37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543163-A9C5-C8DB-F666-3A9BCA62F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08ECA-EA48-2226-D091-A1907E13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88431-BF22-0F87-D5F7-E9E57CF10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B6E92-7A69-5595-1AF7-70F93F0FF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510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978293-0CAF-33AC-C943-31C5A287C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173C51-890F-5D17-B8B8-023C49966A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8117A-EF0C-968A-F205-6F2E1450F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65598A-7B5B-4941-B56A-61930BC81C02}" type="datetimeFigureOut">
              <a:rPr lang="en-US" smtClean="0"/>
              <a:t>12-May-26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83235-7E3F-E098-AF9C-1C3BA8F93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7A797-B106-C43F-B3DD-DD843FDC0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E7B0A2-F37D-489B-88E3-FDF98A384E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75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AEF0A-0474-ACA5-8426-E57CAF44BE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dirty="0"/>
              <a:t>On memory i disk baze podazaka, Redis i MongoDB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16A55-84CF-E674-0897-E3D9864F4F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0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A3C12-EDAA-7DA5-1647-7034DBCE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In memory baze podataka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D92A7-1666-0F41-6C24-02C3BDDDD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127"/>
            <a:ext cx="6504708" cy="4311218"/>
          </a:xfrm>
        </p:spPr>
        <p:txBody>
          <a:bodyPr>
            <a:normAutofit fontScale="77500" lnSpcReduction="20000"/>
          </a:bodyPr>
          <a:lstStyle/>
          <a:p>
            <a:r>
              <a:rPr lang="sr-Latn-RS" dirty="0"/>
              <a:t>Negde se skraćuju sa IMDB.</a:t>
            </a:r>
          </a:p>
          <a:p>
            <a:r>
              <a:rPr lang="sr-Latn-RS" dirty="0"/>
              <a:t>To su baze podataka koje svoje podatke čuvaju u radnoj memoriji, odnosno RAM-u.</a:t>
            </a:r>
          </a:p>
          <a:p>
            <a:r>
              <a:rPr lang="sr-Latn-RS" dirty="0"/>
              <a:t>Budući da je RAM memorija brža od disk baza, rad sa ovim bazama je dosta brži.</a:t>
            </a:r>
          </a:p>
          <a:p>
            <a:r>
              <a:rPr lang="sr-Latn-RS" dirty="0"/>
              <a:t>Sa druge strane, mana je što je RAM nestalna, odnosno volatile memorija, što znači da prekid u radu izaziva gubitak onoga što je bilo u memoriji.</a:t>
            </a:r>
          </a:p>
          <a:p>
            <a:r>
              <a:rPr lang="sr-Latn-RS" dirty="0"/>
              <a:t>Takođe RAM je veće cene i manjeg kapaciteta nego disk, pa postoji ograničenje i u tom polju.</a:t>
            </a:r>
          </a:p>
          <a:p>
            <a:r>
              <a:rPr lang="sr-Latn-RS" dirty="0"/>
              <a:t>Zbog toga se ove baze uglavnom koriste kao keš baze, jer je brže čitati iz njih nego sa diska.</a:t>
            </a:r>
          </a:p>
          <a:p>
            <a:r>
              <a:rPr lang="sr-Latn-RS" dirty="0"/>
              <a:t>Neke od in memory baze podataka su Redis, Memcached, VoltDB i ostale.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01EE7-A135-8EAA-88D6-7CE1E9D2D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0763" y="1607127"/>
            <a:ext cx="4161839" cy="210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086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BBA6-772D-7AE7-2B06-6E1CBB26B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Redis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3502B-08F8-F12A-BDA6-20900E25B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17509" cy="4351338"/>
          </a:xfrm>
        </p:spPr>
        <p:txBody>
          <a:bodyPr/>
          <a:lstStyle/>
          <a:p>
            <a:r>
              <a:rPr lang="sr-Latn-RS" dirty="0"/>
              <a:t>Skraćenica od </a:t>
            </a:r>
            <a:r>
              <a:rPr lang="sr-Latn-RS" b="1" dirty="0"/>
              <a:t>Re</a:t>
            </a:r>
            <a:r>
              <a:rPr lang="sr-Latn-RS" dirty="0"/>
              <a:t>mote </a:t>
            </a:r>
            <a:r>
              <a:rPr lang="sr-Latn-RS" b="1" dirty="0"/>
              <a:t>di</a:t>
            </a:r>
            <a:r>
              <a:rPr lang="sr-Latn-RS" dirty="0"/>
              <a:t>ctionary </a:t>
            </a:r>
            <a:r>
              <a:rPr lang="sr-Latn-RS" b="1" dirty="0"/>
              <a:t>s</a:t>
            </a:r>
            <a:r>
              <a:rPr lang="sr-Latn-RS" dirty="0"/>
              <a:t>ervice.</a:t>
            </a:r>
          </a:p>
          <a:p>
            <a:r>
              <a:rPr lang="sr-Latn-RS" dirty="0"/>
              <a:t>Open-source sistem za skladištenje struktura podataka u memoriji koji se može koristiti kao baza podataka, keš, posrednik za poruke i sistem za obradu tokova podataka.</a:t>
            </a:r>
          </a:p>
          <a:p>
            <a:r>
              <a:rPr lang="sr-Latn-RS" dirty="0"/>
              <a:t>Pripada grupi NoSQL baza poznatih kao key/value sistemi, gde jedinstveni ključevi odgovaraju vrednostima različitih tipova podataka.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E05DD-2FF1-962E-17F1-5D1C79E61A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590" y="880843"/>
            <a:ext cx="3210119" cy="321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9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EB97F-609D-C47B-DAE9-288632A5E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Šta to Redis radi drugačije?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A14AF-8CC9-9A29-1050-079C02259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405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199</Words>
  <Application>Microsoft Office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On memory i disk baze podazaka, Redis i MongoDB</vt:lpstr>
      <vt:lpstr>In memory baze podataka</vt:lpstr>
      <vt:lpstr>Redis</vt:lpstr>
      <vt:lpstr>Šta to Redis radi drugačije?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RadiÅ¡a MarkoviÄ‡</dc:creator>
  <cp:lastModifiedBy>RadiÅ¡a MarkoviÄ‡</cp:lastModifiedBy>
  <cp:revision>27</cp:revision>
  <dcterms:created xsi:type="dcterms:W3CDTF">2026-05-12T08:48:14Z</dcterms:created>
  <dcterms:modified xsi:type="dcterms:W3CDTF">2026-05-12T09:22:04Z</dcterms:modified>
</cp:coreProperties>
</file>